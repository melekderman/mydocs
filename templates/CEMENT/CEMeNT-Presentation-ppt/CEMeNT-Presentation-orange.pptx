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70" r:id="rId3"/>
    <p:sldId id="287" r:id="rId4"/>
    <p:sldId id="289" r:id="rId5"/>
    <p:sldId id="293" r:id="rId6"/>
    <p:sldId id="292" r:id="rId7"/>
    <p:sldId id="294" r:id="rId8"/>
    <p:sldId id="288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9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9C61DD-CFBC-61B3-0B8F-5FFA6A93E43F}"/>
              </a:ext>
            </a:extLst>
          </p:cNvPr>
          <p:cNvGrpSpPr/>
          <p:nvPr userDrawn="1"/>
        </p:nvGrpSpPr>
        <p:grpSpPr>
          <a:xfrm>
            <a:off x="808745" y="5402800"/>
            <a:ext cx="10574509" cy="953551"/>
            <a:chOff x="692069" y="5353203"/>
            <a:chExt cx="10574509" cy="953551"/>
          </a:xfrm>
        </p:grpSpPr>
        <p:pic>
          <p:nvPicPr>
            <p:cNvPr id="5" name="Graphic 2">
              <a:extLst>
                <a:ext uri="{FF2B5EF4-FFF2-40B4-BE49-F238E27FC236}">
                  <a16:creationId xmlns:a16="http://schemas.microsoft.com/office/drawing/2014/main" id="{5D5386BB-3B88-E6C1-E154-18906E5FC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50838" y="5636585"/>
              <a:ext cx="2297722" cy="451338"/>
            </a:xfrm>
            <a:prstGeom prst="rect">
              <a:avLst/>
            </a:prstGeom>
          </p:spPr>
        </p:pic>
        <p:pic>
          <p:nvPicPr>
            <p:cNvPr id="7" name="Graphic 3">
              <a:extLst>
                <a:ext uri="{FF2B5EF4-FFF2-40B4-BE49-F238E27FC236}">
                  <a16:creationId xmlns:a16="http://schemas.microsoft.com/office/drawing/2014/main" id="{B47668DE-A018-9F9C-3507-52EF87DD5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00119" y="5547929"/>
              <a:ext cx="2667000" cy="628650"/>
            </a:xfrm>
            <a:prstGeom prst="rect">
              <a:avLst/>
            </a:prstGeom>
          </p:spPr>
        </p:pic>
        <p:pic>
          <p:nvPicPr>
            <p:cNvPr id="8" name="Graphic 4">
              <a:extLst>
                <a:ext uri="{FF2B5EF4-FFF2-40B4-BE49-F238E27FC236}">
                  <a16:creationId xmlns:a16="http://schemas.microsoft.com/office/drawing/2014/main" id="{A8382849-7B12-4C36-F825-EB17BD534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2069" y="5353203"/>
              <a:ext cx="2607210" cy="834842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7BEF0D6-0224-5AF3-8D5A-7EA99D2FC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18678" y="5417754"/>
              <a:ext cx="2247900" cy="889000"/>
            </a:xfrm>
            <a:prstGeom prst="rect">
              <a:avLst/>
            </a:prstGeom>
          </p:spPr>
        </p:pic>
      </p:grpSp>
      <p:pic>
        <p:nvPicPr>
          <p:cNvPr id="12" name="Picture 11" descr="A picture containing metalware, arranged&#10;&#10;Description automatically generated">
            <a:extLst>
              <a:ext uri="{FF2B5EF4-FFF2-40B4-BE49-F238E27FC236}">
                <a16:creationId xmlns:a16="http://schemas.microsoft.com/office/drawing/2014/main" id="{DA3C0C39-3B0A-6817-6BA2-9562A2B8151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132" y="4473031"/>
            <a:ext cx="2371325" cy="9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metalware, arranged&#10;&#10;Description automatically generated">
            <a:extLst>
              <a:ext uri="{FF2B5EF4-FFF2-40B4-BE49-F238E27FC236}">
                <a16:creationId xmlns:a16="http://schemas.microsoft.com/office/drawing/2014/main" id="{AC8E3D42-95BC-F832-4467-20708E0EB5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780" y="501648"/>
            <a:ext cx="2371328" cy="99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icture containing metalware, arranged&#10;&#10;Description automatically generated">
            <a:extLst>
              <a:ext uri="{FF2B5EF4-FFF2-40B4-BE49-F238E27FC236}">
                <a16:creationId xmlns:a16="http://schemas.microsoft.com/office/drawing/2014/main" id="{27A63144-5CE1-E312-FA9E-4CAFC2EAE3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585" y="136524"/>
            <a:ext cx="1338430" cy="56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metalware, arranged&#10;&#10;Description automatically generated">
            <a:extLst>
              <a:ext uri="{FF2B5EF4-FFF2-40B4-BE49-F238E27FC236}">
                <a16:creationId xmlns:a16="http://schemas.microsoft.com/office/drawing/2014/main" id="{7C6E22DB-89BC-609B-38EE-EDE4F51BD9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585" y="136524"/>
            <a:ext cx="1338430" cy="56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rgbClr val="F1491C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Center for Exascale Monte Carlo Neutron Transport (CEMeNT)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>
              <a:solidFill>
                <a:srgbClr val="F1491C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solidFill>
                <a:srgbClr val="F1491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505" y="1477753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3" y="1613916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874" y="3361479"/>
            <a:ext cx="2643554" cy="1050193"/>
          </a:xfrm>
          <a:prstGeom prst="rect">
            <a:avLst/>
          </a:prstGeom>
        </p:spPr>
      </p:pic>
      <p:pic>
        <p:nvPicPr>
          <p:cNvPr id="3" name="Picture 2" descr="A picture containing metalware, arranged&#10;&#10;Description automatically generated">
            <a:extLst>
              <a:ext uri="{FF2B5EF4-FFF2-40B4-BE49-F238E27FC236}">
                <a16:creationId xmlns:a16="http://schemas.microsoft.com/office/drawing/2014/main" id="{972B2E1A-8121-9391-0A0C-30B01D738F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710" y="4958433"/>
            <a:ext cx="2042800" cy="99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QR Codes - CEMENT Website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pic>
        <p:nvPicPr>
          <p:cNvPr id="10" name="Content Placeholder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56C8EC88-88C9-7D00-E49C-9CD1CAB98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093" y="1292378"/>
            <a:ext cx="1966707" cy="1966707"/>
          </a:xfrm>
        </p:spPr>
      </p:pic>
      <p:pic>
        <p:nvPicPr>
          <p:cNvPr id="14" name="Picture 1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5626FC7-F7AA-6A2E-7493-01E375550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972" y="3778301"/>
            <a:ext cx="1966707" cy="1966707"/>
          </a:xfrm>
          <a:prstGeom prst="rect">
            <a:avLst/>
          </a:prstGeom>
        </p:spPr>
      </p:pic>
      <p:pic>
        <p:nvPicPr>
          <p:cNvPr id="17" name="Picture 16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F3A5B9F1-CC0F-0438-6C51-41D11ECF3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79" y="1292378"/>
            <a:ext cx="1966707" cy="1966707"/>
          </a:xfrm>
          <a:prstGeom prst="rect">
            <a:avLst/>
          </a:prstGeom>
        </p:spPr>
      </p:pic>
      <p:pic>
        <p:nvPicPr>
          <p:cNvPr id="19" name="Picture 18" descr="A qr code with green circles and dots&#10;&#10;AI-generated content may be incorrect.">
            <a:extLst>
              <a:ext uri="{FF2B5EF4-FFF2-40B4-BE49-F238E27FC236}">
                <a16:creationId xmlns:a16="http://schemas.microsoft.com/office/drawing/2014/main" id="{440CE1D5-3EDF-2DB1-F8C4-215F9297EA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386" y="3778300"/>
            <a:ext cx="1966707" cy="1966707"/>
          </a:xfrm>
          <a:prstGeom prst="rect">
            <a:avLst/>
          </a:prstGeom>
        </p:spPr>
      </p:pic>
      <p:pic>
        <p:nvPicPr>
          <p:cNvPr id="21" name="Picture 20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B6538C2-B82C-D7EB-4B88-0F1F404107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65" y="1292378"/>
            <a:ext cx="1966707" cy="196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424636" y="2725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C70458D4-6F68-7A0B-B382-6DCAA359A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001" y="1324376"/>
            <a:ext cx="1965960" cy="1965960"/>
          </a:xfrm>
          <a:prstGeom prst="rect">
            <a:avLst/>
          </a:prstGeom>
        </p:spPr>
      </p:pic>
      <p:pic>
        <p:nvPicPr>
          <p:cNvPr id="8" name="Picture 7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877D0AB6-ED6C-3EB3-8075-27A7700CA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840" y="1324376"/>
            <a:ext cx="1965960" cy="1965960"/>
          </a:xfrm>
          <a:prstGeom prst="rect">
            <a:avLst/>
          </a:prstGeom>
        </p:spPr>
      </p:pic>
      <p:pic>
        <p:nvPicPr>
          <p:cNvPr id="11" name="Picture 10" descr="A qr code with green circles and circles&#10;&#10;AI-generated content may be incorrect.">
            <a:extLst>
              <a:ext uri="{FF2B5EF4-FFF2-40B4-BE49-F238E27FC236}">
                <a16:creationId xmlns:a16="http://schemas.microsoft.com/office/drawing/2014/main" id="{8295CB0C-54C6-CF0B-C349-C057BE461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47" y="3744717"/>
            <a:ext cx="1968293" cy="1968293"/>
          </a:xfrm>
          <a:prstGeom prst="rect">
            <a:avLst/>
          </a:prstGeom>
        </p:spPr>
      </p:pic>
      <p:pic>
        <p:nvPicPr>
          <p:cNvPr id="13" name="Picture 12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4064E62-5BBE-20AE-6E93-D23E6FEBCE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961" y="3744717"/>
            <a:ext cx="1968293" cy="1968293"/>
          </a:xfrm>
          <a:prstGeom prst="rect">
            <a:avLst/>
          </a:prstGeom>
        </p:spPr>
      </p:pic>
      <p:pic>
        <p:nvPicPr>
          <p:cNvPr id="16" name="Picture 15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E4AC795F-3B2B-5567-56EE-8AA241D58F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254" y="1324376"/>
            <a:ext cx="1968293" cy="196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F2328"/>
                </a:solidFill>
              </a:rPr>
              <a:t>This work was supported by the Center for Exascale Monte-Carlo Neutron Transport (CEMeNT), a PSAAP-III project funded by the Department of Energy, grant number: </a:t>
            </a:r>
            <a:br>
              <a:rPr lang="en-US" dirty="0">
                <a:solidFill>
                  <a:srgbClr val="1F2328"/>
                </a:solidFill>
              </a:rPr>
            </a:br>
            <a:r>
              <a:rPr lang="en-US" dirty="0">
                <a:solidFill>
                  <a:srgbClr val="1F2328"/>
                </a:solidFill>
              </a:rPr>
              <a:t>DE-NA003967.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1491C"/>
                </a:solidFill>
              </a:rPr>
              <a:t>Thank you!</a:t>
            </a:r>
            <a:br>
              <a:rPr lang="en-US" dirty="0">
                <a:solidFill>
                  <a:srgbClr val="F1491C"/>
                </a:solidFill>
              </a:rPr>
            </a:br>
            <a:r>
              <a:rPr lang="en-US" dirty="0">
                <a:solidFill>
                  <a:srgbClr val="F1491C"/>
                </a:solidFill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CEMeNT_O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0491C"/>
      </a:accent1>
      <a:accent2>
        <a:srgbClr val="FAEFEA"/>
      </a:accent2>
      <a:accent3>
        <a:srgbClr val="757070"/>
      </a:accent3>
      <a:accent4>
        <a:srgbClr val="F0491C"/>
      </a:accent4>
      <a:accent5>
        <a:srgbClr val="F0491C"/>
      </a:accent5>
      <a:accent6>
        <a:srgbClr val="F0491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orange" id="{B3AAC09F-E087-A547-B7AB-BD3E45E4E1AE}" vid="{8CF8A55C-FB67-2C4C-B472-5805566F55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cement_orange_theme</Template>
  <TotalTime>12</TotalTime>
  <Words>565</Words>
  <Application>Microsoft Macintosh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</vt:lpstr>
      <vt:lpstr>QR Codes - CEMENT Website</vt:lpstr>
      <vt:lpstr>QR Codes – MCDC</vt:lpstr>
      <vt:lpstr>Acknowledgements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Derman, Melek</dc:creator>
  <cp:lastModifiedBy>Derman, Melek</cp:lastModifiedBy>
  <cp:revision>3</cp:revision>
  <dcterms:created xsi:type="dcterms:W3CDTF">2025-11-23T07:16:39Z</dcterms:created>
  <dcterms:modified xsi:type="dcterms:W3CDTF">2025-11-28T08:12:29Z</dcterms:modified>
</cp:coreProperties>
</file>