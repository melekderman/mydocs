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0000"/>
    <a:srgbClr val="DEC992"/>
    <a:srgbClr val="172B48"/>
    <a:srgbClr val="B09243"/>
    <a:srgbClr val="C69214"/>
    <a:srgbClr val="CC0100"/>
    <a:srgbClr val="D5BC7E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E4A298-5429-CBAA-2CD9-86E49BF83604}"/>
              </a:ext>
            </a:extLst>
          </p:cNvPr>
          <p:cNvGrpSpPr/>
          <p:nvPr/>
        </p:nvGrpSpPr>
        <p:grpSpPr>
          <a:xfrm>
            <a:off x="1082219" y="13603103"/>
            <a:ext cx="12202672" cy="2227477"/>
            <a:chOff x="1490526" y="8207582"/>
            <a:chExt cx="8765863" cy="21886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67B112-1CD6-7939-25ED-7DE088A5DFF2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31A7A2-53D5-DDEA-E1C0-295772BFA2D0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ECBC15-A744-3695-D020-8E2FFC8C6EC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Exascale Monte-Carlo Neutron Transport (CEMeNT),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Seattle University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  <a:solidFill>
            <a:srgbClr val="AA0000"/>
          </a:solidFill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grpFill/>
            <a:ln w="152400">
              <a:solidFill>
                <a:srgbClr val="AA00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grpFill/>
            <a:ln w="152400">
              <a:solidFill>
                <a:srgbClr val="AA000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172B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rgbClr val="172B4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  <a:solidFill>
            <a:srgbClr val="DEC992"/>
          </a:solidFill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940379"/>
            </a:xfrm>
            <a:prstGeom prst="rect">
              <a:avLst/>
            </a:prstGeom>
            <a:solidFill>
              <a:srgbClr val="AA0000"/>
            </a:solidFill>
            <a:ln w="152400">
              <a:solidFill>
                <a:srgbClr val="AA0000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solidFill>
              <a:srgbClr val="AA0000"/>
            </a:solidFill>
            <a:ln w="152400">
              <a:solidFill>
                <a:srgbClr val="AA0000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3803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4730580"/>
            <a:ext cx="12207239" cy="1059565"/>
            <a:chOff x="962109" y="14308314"/>
            <a:chExt cx="10019873" cy="1065563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8464BDC-0A6B-914C-22D0-DBACF0085020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18508" y="14507225"/>
              <a:ext cx="9963474" cy="866652"/>
            </a:xfrm>
            <a:prstGeom prst="rect">
              <a:avLst/>
            </a:prstGeom>
            <a:noFill/>
            <a:ln w="63500">
              <a:noFill/>
            </a:ln>
          </p:spPr>
          <p:txBody>
            <a:bodyPr wrap="square" lIns="274320" tIns="182880" rIns="274320" bIns="182880" rtlCol="0">
              <a:spAutoFit/>
            </a:bodyPr>
            <a:lstStyle/>
            <a:p>
              <a:pPr algn="just">
                <a:buClr>
                  <a:schemeClr val="accent1"/>
                </a:buClr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17" name="Picture 16" descr="A red sign with white text&#10;&#10;AI-generated content may be incorrect.">
            <a:extLst>
              <a:ext uri="{FF2B5EF4-FFF2-40B4-BE49-F238E27FC236}">
                <a16:creationId xmlns:a16="http://schemas.microsoft.com/office/drawing/2014/main" id="{19063F53-82BA-70BD-3075-2D2B97476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1886" y="1718440"/>
            <a:ext cx="7772400" cy="3084671"/>
          </a:xfrm>
          <a:prstGeom prst="rect">
            <a:avLst/>
          </a:prstGeom>
        </p:spPr>
      </p:pic>
      <p:pic>
        <p:nvPicPr>
          <p:cNvPr id="4" name="Picture 3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EF74C842-1A5D-4E34-3EBB-903FAC0A0A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136" y="2018696"/>
            <a:ext cx="6931264" cy="337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ND" id="{29C73C38-84B6-884D-8058-3DF8A57B4C62}" vid="{4C33851B-84BF-3642-AA63-0654B03BA6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1817</TotalTime>
  <Words>127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45</cp:revision>
  <dcterms:created xsi:type="dcterms:W3CDTF">2021-08-13T20:41:14Z</dcterms:created>
  <dcterms:modified xsi:type="dcterms:W3CDTF">2026-04-09T20:18:03Z</dcterms:modified>
  <cp:category/>
</cp:coreProperties>
</file>