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11/28/25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11/28/25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jp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7.png"/><Relationship Id="rId34" Type="http://schemas.openxmlformats.org/officeDocument/2006/relationships/image" Target="../media/image76.png"/><Relationship Id="rId42" Type="http://schemas.openxmlformats.org/officeDocument/2006/relationships/image" Target="../media/image25.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0.png"/><Relationship Id="rId7" Type="http://schemas.openxmlformats.org/officeDocument/2006/relationships/image" Target="../media/image11.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19.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1.png"/><Relationship Id="rId37" Type="http://schemas.openxmlformats.org/officeDocument/2006/relationships/image" Target="../media/image79.png"/><Relationship Id="rId40" Type="http://schemas.openxmlformats.org/officeDocument/2006/relationships/image" Target="../media/image23.png"/><Relationship Id="rId45" Type="http://schemas.openxmlformats.org/officeDocument/2006/relationships/image" Target="../media/image83.png"/><Relationship Id="rId53" Type="http://schemas.openxmlformats.org/officeDocument/2006/relationships/image" Target="../media/image29.png"/><Relationship Id="rId58" Type="http://schemas.openxmlformats.org/officeDocument/2006/relationships/image" Target="../media/image92.png"/><Relationship Id="rId5" Type="http://schemas.openxmlformats.org/officeDocument/2006/relationships/image" Target="../media/image10.svg"/><Relationship Id="rId61" Type="http://schemas.openxmlformats.org/officeDocument/2006/relationships/image" Target="../media/image95.png"/><Relationship Id="rId19" Type="http://schemas.openxmlformats.org/officeDocument/2006/relationships/image" Target="../media/image15.png"/><Relationship Id="rId14" Type="http://schemas.openxmlformats.org/officeDocument/2006/relationships/image" Target="../media/image64.png"/><Relationship Id="rId22" Type="http://schemas.openxmlformats.org/officeDocument/2006/relationships/image" Target="../media/image18.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6.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2.png"/><Relationship Id="rId51" Type="http://schemas.openxmlformats.org/officeDocument/2006/relationships/image" Target="../media/image27.png"/><Relationship Id="rId3" Type="http://schemas.openxmlformats.org/officeDocument/2006/relationships/image" Target="../media/image8.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2.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6.png"/><Relationship Id="rId41" Type="http://schemas.openxmlformats.org/officeDocument/2006/relationships/image" Target="../media/image24.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4.png"/><Relationship Id="rId31" Type="http://schemas.openxmlformats.org/officeDocument/2006/relationships/image" Target="../media/image20.png"/><Relationship Id="rId44" Type="http://schemas.openxmlformats.org/officeDocument/2006/relationships/image" Target="../media/image82.png"/><Relationship Id="rId52" Type="http://schemas.openxmlformats.org/officeDocument/2006/relationships/image" Target="../media/image28.png"/><Relationship Id="rId60" Type="http://schemas.openxmlformats.org/officeDocument/2006/relationships/image" Target="../media/image94.png"/><Relationship Id="rId4" Type="http://schemas.openxmlformats.org/officeDocument/2006/relationships/image" Target="../media/image9.png"/><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15.png"/><Relationship Id="rId18" Type="http://schemas.openxmlformats.org/officeDocument/2006/relationships/image" Target="../media/image96.png"/><Relationship Id="rId3" Type="http://schemas.openxmlformats.org/officeDocument/2006/relationships/image" Target="../media/image21.png"/><Relationship Id="rId21" Type="http://schemas.openxmlformats.org/officeDocument/2006/relationships/image" Target="../media/image99.png"/><Relationship Id="rId7" Type="http://schemas.openxmlformats.org/officeDocument/2006/relationships/image" Target="../media/image24.png"/><Relationship Id="rId12" Type="http://schemas.openxmlformats.org/officeDocument/2006/relationships/image" Target="../media/image18.png"/><Relationship Id="rId17" Type="http://schemas.openxmlformats.org/officeDocument/2006/relationships/image" Target="../media/image28.png"/><Relationship Id="rId2" Type="http://schemas.openxmlformats.org/officeDocument/2006/relationships/image" Target="../media/image20.png"/><Relationship Id="rId16" Type="http://schemas.openxmlformats.org/officeDocument/2006/relationships/image" Target="../media/image27.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3.png"/><Relationship Id="rId11" Type="http://schemas.openxmlformats.org/officeDocument/2006/relationships/image" Target="../media/image17.png"/><Relationship Id="rId5" Type="http://schemas.openxmlformats.org/officeDocument/2006/relationships/image" Target="../media/image19.png"/><Relationship Id="rId15" Type="http://schemas.openxmlformats.org/officeDocument/2006/relationships/image" Target="../media/image30.png"/><Relationship Id="rId10" Type="http://schemas.openxmlformats.org/officeDocument/2006/relationships/image" Target="../media/image16.png"/><Relationship Id="rId19" Type="http://schemas.openxmlformats.org/officeDocument/2006/relationships/image" Target="../media/image97.png"/><Relationship Id="rId4" Type="http://schemas.openxmlformats.org/officeDocument/2006/relationships/image" Target="../media/image22.png"/><Relationship Id="rId9" Type="http://schemas.openxmlformats.org/officeDocument/2006/relationships/image" Target="../media/image26.png"/><Relationship Id="rId14" Type="http://schemas.openxmlformats.org/officeDocument/2006/relationships/image" Target="../media/image29.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3.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6.png"/><Relationship Id="rId34" Type="http://schemas.openxmlformats.org/officeDocument/2006/relationships/image" Target="../media/image120.png"/><Relationship Id="rId42" Type="http://schemas.openxmlformats.org/officeDocument/2006/relationships/image" Target="../media/image13.png"/><Relationship Id="rId47" Type="http://schemas.openxmlformats.org/officeDocument/2006/relationships/image" Target="../media/image129.png"/><Relationship Id="rId50" Type="http://schemas.openxmlformats.org/officeDocument/2006/relationships/image" Target="../media/image28.png"/><Relationship Id="rId55" Type="http://schemas.openxmlformats.org/officeDocument/2006/relationships/image" Target="../media/image133.png"/><Relationship Id="rId7" Type="http://schemas.openxmlformats.org/officeDocument/2006/relationships/image" Target="../media/image19.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2.png"/><Relationship Id="rId24" Type="http://schemas.openxmlformats.org/officeDocument/2006/relationships/image" Target="../media/image114.png"/><Relationship Id="rId32" Type="http://schemas.openxmlformats.org/officeDocument/2006/relationships/image" Target="../media/image17.png"/><Relationship Id="rId37" Type="http://schemas.openxmlformats.org/officeDocument/2006/relationships/image" Target="../media/image123.png"/><Relationship Id="rId40" Type="http://schemas.openxmlformats.org/officeDocument/2006/relationships/image" Target="../media/image11.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1.png"/><Relationship Id="rId19" Type="http://schemas.openxmlformats.org/officeDocument/2006/relationships/image" Target="../media/image24.png"/><Relationship Id="rId31" Type="http://schemas.openxmlformats.org/officeDocument/2006/relationships/image" Target="../media/image16.png"/><Relationship Id="rId44" Type="http://schemas.openxmlformats.org/officeDocument/2006/relationships/image" Target="../media/image126.png"/><Relationship Id="rId52" Type="http://schemas.openxmlformats.org/officeDocument/2006/relationships/image" Target="../media/image30.png"/><Relationship Id="rId4" Type="http://schemas.openxmlformats.org/officeDocument/2006/relationships/image" Target="../media/image102.png"/><Relationship Id="rId9" Type="http://schemas.openxmlformats.org/officeDocument/2006/relationships/image" Target="../media/image20.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5.png"/><Relationship Id="rId35" Type="http://schemas.openxmlformats.org/officeDocument/2006/relationships/image" Target="../media/image121.png"/><Relationship Id="rId43" Type="http://schemas.openxmlformats.org/officeDocument/2006/relationships/image" Target="../media/image14.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29.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8.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5.png"/><Relationship Id="rId41" Type="http://schemas.openxmlformats.org/officeDocument/2006/relationships/image" Target="../media/image12.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49" name="Picture 248" descr="A red text on a black background&#10;&#10;AI-generated content may be incorrect.">
            <a:extLst>
              <a:ext uri="{FF2B5EF4-FFF2-40B4-BE49-F238E27FC236}">
                <a16:creationId xmlns:a16="http://schemas.microsoft.com/office/drawing/2014/main" id="{8FB29FF6-EDED-F087-99EA-0336679FC3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865052" y="1552684"/>
            <a:ext cx="8942772" cy="4305779"/>
          </a:xfrm>
          <a:prstGeom prst="rect">
            <a:avLst/>
          </a:prstGeom>
        </p:spPr>
      </p:pic>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References</a:t>
              </a:r>
              <a:endParaRPr lang="en-US" sz="5400" b="1" dirty="0">
                <a:solidFill>
                  <a:srgbClr val="CC0100"/>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Acknowledgements</a:t>
              </a:r>
              <a:endParaRPr lang="en-US" sz="5400" b="1" dirty="0">
                <a:solidFill>
                  <a:srgbClr val="CC0100"/>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CC0100"/>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CC01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grpFill/>
            <a:ln w="152400">
              <a:solidFill>
                <a:srgbClr val="CC01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bg1"/>
                  </a:solidFill>
                  <a:latin typeface="Arial" panose="020B0604020202020204" pitchFamily="34" charset="0"/>
                  <a:cs typeface="Arial" panose="020B0604020202020204" pitchFamily="34" charset="0"/>
                </a:rPr>
                <a:t>This work aims to …</a:t>
              </a:r>
              <a:endParaRPr lang="en-US" sz="3600" b="1" dirty="0">
                <a:solidFill>
                  <a:schemeClr val="bg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chemeClr val="tx1">
                      <a:lumMod val="85000"/>
                      <a:lumOff val="15000"/>
                    </a:schemeClr>
                  </a:solidFill>
                  <a:latin typeface="Arial" panose="020B0604020202020204" pitchFamily="34" charset="0"/>
                  <a:cs typeface="Arial" panose="020B0604020202020204" pitchFamily="34" charset="0"/>
                </a:rPr>
                <a:t>Results</a:t>
              </a:r>
              <a:endParaRPr lang="en-US" sz="6000" b="1" dirty="0">
                <a:solidFill>
                  <a:schemeClr val="tx1">
                    <a:lumMod val="85000"/>
                    <a:lumOff val="15000"/>
                  </a:schemeClr>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CC0100"/>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1042244"/>
            </a:xfrm>
            <a:prstGeom prst="rect">
              <a:avLst/>
            </a:prstGeom>
            <a:grpFill/>
            <a:ln w="152400">
              <a:solidFill>
                <a:srgbClr val="CC01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grpFill/>
            <a:ln w="152400">
              <a:solidFill>
                <a:srgbClr val="CC01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bg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solidFill>
                    <a:srgbClr val="CC0100"/>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3537012"/>
            <a:ext cx="12207239" cy="2253137"/>
            <a:chOff x="962109" y="13107986"/>
            <a:chExt cx="10019873" cy="2265891"/>
          </a:xfrm>
        </p:grpSpPr>
        <p:grpSp>
          <p:nvGrpSpPr>
            <p:cNvPr id="100" name="Group 99">
              <a:extLst>
                <a:ext uri="{FF2B5EF4-FFF2-40B4-BE49-F238E27FC236}">
                  <a16:creationId xmlns:a16="http://schemas.microsoft.com/office/drawing/2014/main" id="{CF72EC58-DDF5-1707-78C4-F7B5684C65AD}"/>
                </a:ext>
              </a:extLst>
            </p:cNvPr>
            <p:cNvGrpSpPr/>
            <p:nvPr/>
          </p:nvGrpSpPr>
          <p:grpSpPr>
            <a:xfrm>
              <a:off x="1018508" y="13107986"/>
              <a:ext cx="9963474" cy="2265891"/>
              <a:chOff x="1539929" y="7624348"/>
              <a:chExt cx="8727630" cy="2226353"/>
            </a:xfrm>
            <a:noFill/>
          </p:grpSpPr>
          <p:sp>
            <p:nvSpPr>
              <p:cNvPr id="101" name="TextBox 100">
                <a:extLst>
                  <a:ext uri="{FF2B5EF4-FFF2-40B4-BE49-F238E27FC236}">
                    <a16:creationId xmlns:a16="http://schemas.microsoft.com/office/drawing/2014/main" id="{D52163D4-E1FF-D05C-FADB-C33631A2B1B4}"/>
                  </a:ext>
                </a:extLst>
              </p:cNvPr>
              <p:cNvSpPr txBox="1"/>
              <p:nvPr/>
            </p:nvSpPr>
            <p:spPr>
              <a:xfrm>
                <a:off x="2936905" y="7624348"/>
                <a:ext cx="5792789" cy="1270106"/>
              </a:xfrm>
              <a:prstGeom prst="rect">
                <a:avLst/>
              </a:prstGeom>
              <a:grpFill/>
              <a:ln w="63500">
                <a:noFill/>
              </a:ln>
            </p:spPr>
            <p:txBody>
              <a:bodyPr wrap="square" lIns="274320" tIns="182880" rIns="274320" bIns="182880" rtlCol="0">
                <a:spAutoFit/>
              </a:bodyPr>
              <a:lstStyle/>
              <a:p>
                <a:pPr algn="ctr"/>
                <a:r>
                  <a:rPr lang="en-US" sz="6000" b="1" dirty="0">
                    <a:solidFill>
                      <a:srgbClr val="CC0100"/>
                    </a:solidFill>
                    <a:latin typeface="Arial" panose="020B0604020202020204" pitchFamily="34" charset="0"/>
                    <a:cs typeface="Arial" panose="020B0604020202020204" pitchFamily="34" charset="0"/>
                  </a:rPr>
                  <a:t>Introduction</a:t>
                </a:r>
                <a:endParaRPr lang="en-US" sz="5400" b="1" dirty="0">
                  <a:solidFill>
                    <a:srgbClr val="CC0100"/>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539929" y="8999171"/>
                <a:ext cx="8727630" cy="851530"/>
              </a:xfrm>
              <a:prstGeom prst="rect">
                <a:avLst/>
              </a:prstGeom>
              <a:grp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gr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3"/>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4"/>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5"/>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6"/>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7"/>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8"/>
          <a:stretch>
            <a:fillRect/>
          </a:stretch>
        </p:blipFill>
        <p:spPr>
          <a:xfrm>
            <a:off x="14839314" y="21848557"/>
            <a:ext cx="6009324" cy="6009324"/>
          </a:xfrm>
          <a:prstGeom prst="rect">
            <a:avLst/>
          </a:prstGeom>
        </p:spPr>
      </p:pic>
      <p:pic>
        <p:nvPicPr>
          <p:cNvPr id="4" name="Picture 3" descr="A picture containing metalware, arranged&#10;&#10;Description automatically generated">
            <a:extLst>
              <a:ext uri="{FF2B5EF4-FFF2-40B4-BE49-F238E27FC236}">
                <a16:creationId xmlns:a16="http://schemas.microsoft.com/office/drawing/2014/main" id="{680FFB64-A2D4-B569-B3DB-7B32E619A20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49136" y="2018696"/>
            <a:ext cx="6931264" cy="3373753"/>
          </a:xfrm>
          <a:prstGeom prst="rect">
            <a:avLst/>
          </a:prstGeom>
        </p:spPr>
      </p:pic>
      <p:sp>
        <p:nvSpPr>
          <p:cNvPr id="7" name="Title 1">
            <a:extLst>
              <a:ext uri="{FF2B5EF4-FFF2-40B4-BE49-F238E27FC236}">
                <a16:creationId xmlns:a16="http://schemas.microsoft.com/office/drawing/2014/main" id="{9296B4BF-7BF9-7CD7-C676-92C3CF69A5C7}"/>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North Carolina State University</a:t>
            </a:r>
          </a:p>
          <a:p>
            <a:endParaRPr lang="en-US" sz="5280" dirty="0">
              <a:solidFill>
                <a:schemeClr val="accent3"/>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VU" id="{00762C95-BA11-8246-B513-4005BC5F5768}" vid="{63A5E380-3193-674C-8780-3F57EA127F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1807</TotalTime>
  <Words>1443</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39</cp:revision>
  <dcterms:created xsi:type="dcterms:W3CDTF">2021-08-13T20:41:14Z</dcterms:created>
  <dcterms:modified xsi:type="dcterms:W3CDTF">2025-11-28T08:21:11Z</dcterms:modified>
  <cp:category/>
</cp:coreProperties>
</file>