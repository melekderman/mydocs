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70" r:id="rId3"/>
    <p:sldId id="287" r:id="rId4"/>
    <p:sldId id="289" r:id="rId5"/>
    <p:sldId id="293" r:id="rId6"/>
    <p:sldId id="292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767" autoAdjust="0"/>
    <p:restoredTop sz="94660"/>
  </p:normalViewPr>
  <p:slideViewPr>
    <p:cSldViewPr snapToGrid="0">
      <p:cViewPr varScale="1">
        <p:scale>
          <a:sx n="216" d="100"/>
          <a:sy n="216" d="100"/>
        </p:scale>
        <p:origin x="224" y="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4">
            <a:extLst>
              <a:ext uri="{FF2B5EF4-FFF2-40B4-BE49-F238E27FC236}">
                <a16:creationId xmlns:a16="http://schemas.microsoft.com/office/drawing/2014/main" id="{A8382849-7B12-4C36-F825-EB17BD534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2796" y="5292335"/>
            <a:ext cx="2743200" cy="878387"/>
          </a:xfrm>
          <a:prstGeom prst="rect">
            <a:avLst/>
          </a:prstGeom>
        </p:spPr>
      </p:pic>
      <p:pic>
        <p:nvPicPr>
          <p:cNvPr id="4" name="Picture 3" descr="A black and orange text&#10;&#10;AI-generated content may be incorrect.">
            <a:extLst>
              <a:ext uri="{FF2B5EF4-FFF2-40B4-BE49-F238E27FC236}">
                <a16:creationId xmlns:a16="http://schemas.microsoft.com/office/drawing/2014/main" id="{93C57DC4-3DC3-BBE7-821B-851ED54747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2" b="19182"/>
          <a:stretch>
            <a:fillRect/>
          </a:stretch>
        </p:blipFill>
        <p:spPr>
          <a:xfrm>
            <a:off x="706004" y="5337648"/>
            <a:ext cx="2743201" cy="78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black and orange text&#10;&#10;AI-generated content may be incorrect.">
            <a:extLst>
              <a:ext uri="{FF2B5EF4-FFF2-40B4-BE49-F238E27FC236}">
                <a16:creationId xmlns:a16="http://schemas.microsoft.com/office/drawing/2014/main" id="{60C8D5DD-099A-25ED-F9C4-6A3ECEAAE7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2" b="19182"/>
          <a:stretch>
            <a:fillRect/>
          </a:stretch>
        </p:blipFill>
        <p:spPr>
          <a:xfrm>
            <a:off x="9241536" y="501648"/>
            <a:ext cx="2112264" cy="60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black and orange text&#10;&#10;AI-generated content may be incorrect.">
            <a:extLst>
              <a:ext uri="{FF2B5EF4-FFF2-40B4-BE49-F238E27FC236}">
                <a16:creationId xmlns:a16="http://schemas.microsoft.com/office/drawing/2014/main" id="{A6969217-119C-A937-D90D-B9A7BD2302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2" b="19182"/>
          <a:stretch>
            <a:fillRect/>
          </a:stretch>
        </p:blipFill>
        <p:spPr>
          <a:xfrm>
            <a:off x="402771" y="6172056"/>
            <a:ext cx="1913235" cy="549420"/>
          </a:xfrm>
          <a:prstGeom prst="rect">
            <a:avLst/>
          </a:prstGeom>
        </p:spPr>
      </p:pic>
      <p:pic>
        <p:nvPicPr>
          <p:cNvPr id="11" name="Picture 10" descr="A logo of a university&#10;&#10;AI-generated content may be incorrect.">
            <a:extLst>
              <a:ext uri="{FF2B5EF4-FFF2-40B4-BE49-F238E27FC236}">
                <a16:creationId xmlns:a16="http://schemas.microsoft.com/office/drawing/2014/main" id="{67ACDD57-A2AE-82B2-685D-8C8BCCE510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50442"/>
            <a:ext cx="598593" cy="63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black and orange text&#10;&#10;AI-generated content may be incorrect.">
            <a:extLst>
              <a:ext uri="{FF2B5EF4-FFF2-40B4-BE49-F238E27FC236}">
                <a16:creationId xmlns:a16="http://schemas.microsoft.com/office/drawing/2014/main" id="{65091DC3-10B9-9D83-7B62-29278F803B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2" b="19182"/>
          <a:stretch>
            <a:fillRect/>
          </a:stretch>
        </p:blipFill>
        <p:spPr>
          <a:xfrm>
            <a:off x="402771" y="6172056"/>
            <a:ext cx="1913235" cy="549420"/>
          </a:xfrm>
          <a:prstGeom prst="rect">
            <a:avLst/>
          </a:prstGeom>
        </p:spPr>
      </p:pic>
      <p:pic>
        <p:nvPicPr>
          <p:cNvPr id="9" name="Picture 8" descr="A logo of a university&#10;&#10;AI-generated content may be incorrect.">
            <a:extLst>
              <a:ext uri="{FF2B5EF4-FFF2-40B4-BE49-F238E27FC236}">
                <a16:creationId xmlns:a16="http://schemas.microsoft.com/office/drawing/2014/main" id="{BE8FDECF-C92D-D0E3-5D3D-6490C3441D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50442"/>
            <a:ext cx="598593" cy="63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rgbClr val="F1491C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251913" y="2603433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Insert name</a:t>
            </a:r>
            <a:endParaRPr lang="en-US" sz="32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335947" y="3669792"/>
            <a:ext cx="760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Radiation Transport and Reactor Physics Research Group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Oregon State University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444895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>
              <a:solidFill>
                <a:srgbClr val="F1491C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>
              <a:solidFill>
                <a:srgbClr val="F1491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E310DD4-9C94-0761-3C3B-26216CE5A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316" y="2354722"/>
            <a:ext cx="4736190" cy="1514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0F8DA48-09C9-75C9-8283-40BA1875A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91" y="1836972"/>
            <a:ext cx="1211000" cy="127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315B6BF-21BD-2854-9378-105BC2E61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360" y="1836971"/>
            <a:ext cx="1211000" cy="127504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EF0FE4F-97E0-EC4C-BB5C-A04171023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609" y="3591766"/>
            <a:ext cx="2217786" cy="103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88AF6C3-6DD9-007A-3C28-C091D8650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456" y="1836971"/>
            <a:ext cx="1211001" cy="1275048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QR Codes – RTRP Website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31660C38-3DB1-174E-875F-110DCE4D8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71" y="1211793"/>
            <a:ext cx="1968992" cy="1968992"/>
          </a:xfrm>
          <a:prstGeom prst="rect">
            <a:avLst/>
          </a:prstGeom>
        </p:spPr>
      </p:pic>
      <p:pic>
        <p:nvPicPr>
          <p:cNvPr id="9" name="Picture 8" descr="A qr code with blue circles&#10;&#10;AI-generated content may be incorrect.">
            <a:extLst>
              <a:ext uri="{FF2B5EF4-FFF2-40B4-BE49-F238E27FC236}">
                <a16:creationId xmlns:a16="http://schemas.microsoft.com/office/drawing/2014/main" id="{FCEC7AD2-9166-D2EE-5F54-3BFB487A8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881" y="1263167"/>
            <a:ext cx="1968992" cy="1968992"/>
          </a:xfrm>
          <a:prstGeom prst="rect">
            <a:avLst/>
          </a:prstGeom>
        </p:spPr>
      </p:pic>
      <p:pic>
        <p:nvPicPr>
          <p:cNvPr id="12" name="Picture 11" descr="A qr code with green circles&#10;&#10;AI-generated content may be incorrect.">
            <a:extLst>
              <a:ext uri="{FF2B5EF4-FFF2-40B4-BE49-F238E27FC236}">
                <a16:creationId xmlns:a16="http://schemas.microsoft.com/office/drawing/2014/main" id="{A2230157-2748-372A-00F3-0217692CB9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889" y="3856601"/>
            <a:ext cx="1968992" cy="1968992"/>
          </a:xfrm>
          <a:prstGeom prst="rect">
            <a:avLst/>
          </a:prstGeom>
        </p:spPr>
      </p:pic>
      <p:pic>
        <p:nvPicPr>
          <p:cNvPr id="15" name="Picture 14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04146E48-457D-0B82-2A7A-9CF5B902BF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363" y="3856601"/>
            <a:ext cx="1968992" cy="1968992"/>
          </a:xfrm>
          <a:prstGeom prst="rect">
            <a:avLst/>
          </a:prstGeom>
        </p:spPr>
      </p:pic>
      <p:pic>
        <p:nvPicPr>
          <p:cNvPr id="18" name="Picture 17" descr="A qr code with red circles&#10;&#10;AI-generated content may be incorrect.">
            <a:extLst>
              <a:ext uri="{FF2B5EF4-FFF2-40B4-BE49-F238E27FC236}">
                <a16:creationId xmlns:a16="http://schemas.microsoft.com/office/drawing/2014/main" id="{76198595-FEF3-8A6A-056E-E73EBAF81E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355" y="1214251"/>
            <a:ext cx="1966534" cy="196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1491C"/>
                </a:solidFill>
              </a:rPr>
              <a:t>Thank you!</a:t>
            </a:r>
            <a:br>
              <a:rPr lang="en-US" dirty="0">
                <a:solidFill>
                  <a:srgbClr val="F1491C"/>
                </a:solidFill>
              </a:rPr>
            </a:br>
            <a:r>
              <a:rPr lang="en-US" dirty="0">
                <a:solidFill>
                  <a:srgbClr val="F1491C"/>
                </a:solidFill>
              </a:rPr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CEMeNT_O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0491C"/>
      </a:accent1>
      <a:accent2>
        <a:srgbClr val="FAEFEA"/>
      </a:accent2>
      <a:accent3>
        <a:srgbClr val="757070"/>
      </a:accent3>
      <a:accent4>
        <a:srgbClr val="F0491C"/>
      </a:accent4>
      <a:accent5>
        <a:srgbClr val="F0491C"/>
      </a:accent5>
      <a:accent6>
        <a:srgbClr val="F0491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orange" id="{B3AAC09F-E087-A547-B7AB-BD3E45E4E1AE}" vid="{8CF8A55C-FB67-2C4C-B472-5805566F55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cement_orange_theme</Template>
  <TotalTime>28</TotalTime>
  <Words>519</Words>
  <Application>Microsoft Macintosh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</vt:lpstr>
      <vt:lpstr>QR Codes – RTRP Website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Derman, Melek</dc:creator>
  <cp:lastModifiedBy>Derman, Melek</cp:lastModifiedBy>
  <cp:revision>9</cp:revision>
  <dcterms:created xsi:type="dcterms:W3CDTF">2025-11-23T07:16:39Z</dcterms:created>
  <dcterms:modified xsi:type="dcterms:W3CDTF">2025-11-28T09:03:00Z</dcterms:modified>
</cp:coreProperties>
</file>