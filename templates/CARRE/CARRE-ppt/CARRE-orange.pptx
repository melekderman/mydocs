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88" r:id="rId6"/>
    <p:sldId id="271" r:id="rId7"/>
    <p:sldId id="291" r:id="rId8"/>
    <p:sldId id="293" r:id="rId9"/>
    <p:sldId id="292" r:id="rId10"/>
    <p:sldId id="29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>
        <p:scale>
          <a:sx n="164" d="100"/>
          <a:sy n="164" d="100"/>
        </p:scale>
        <p:origin x="2216" y="1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rgbClr val="F1491C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Electrons 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rgbClr val="F1491C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rgbClr val="F1491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1491C"/>
                </a:solidFill>
              </a:rPr>
              <a:t>Thank you!</a:t>
            </a:r>
            <a:br>
              <a:rPr lang="en-US" dirty="0">
                <a:solidFill>
                  <a:srgbClr val="F1491C"/>
                </a:solidFill>
              </a:rPr>
            </a:br>
            <a:r>
              <a:rPr lang="en-US" dirty="0">
                <a:solidFill>
                  <a:srgbClr val="F1491C"/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CEMeNT_O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0491C"/>
      </a:accent1>
      <a:accent2>
        <a:srgbClr val="FAEFEA"/>
      </a:accent2>
      <a:accent3>
        <a:srgbClr val="757070"/>
      </a:accent3>
      <a:accent4>
        <a:srgbClr val="F0491C"/>
      </a:accent4>
      <a:accent5>
        <a:srgbClr val="F0491C"/>
      </a:accent5>
      <a:accent6>
        <a:srgbClr val="F0491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orange" id="{B3AAC09F-E087-A547-B7AB-BD3E45E4E1AE}" vid="{8CF8A55C-FB67-2C4C-B472-5805566F55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4826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Acknowledgements</vt:lpstr>
      <vt:lpstr>Thank you! Questions?</vt:lpstr>
      <vt:lpstr>LOGOs 1</vt:lpstr>
      <vt:lpstr>LOGOs 2 – Individual University Logos</vt:lpstr>
      <vt:lpstr>QR Codes - CARRE Website</vt:lpstr>
      <vt:lpstr>QR Codes – MCDC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45</cp:revision>
  <dcterms:created xsi:type="dcterms:W3CDTF">2021-09-09T14:45:18Z</dcterms:created>
  <dcterms:modified xsi:type="dcterms:W3CDTF">2025-11-23T06:31:42Z</dcterms:modified>
</cp:coreProperties>
</file>