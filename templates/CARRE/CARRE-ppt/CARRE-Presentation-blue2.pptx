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0" r:id="rId3"/>
    <p:sldId id="287" r:id="rId4"/>
    <p:sldId id="289" r:id="rId5"/>
    <p:sldId id="291" r:id="rId6"/>
    <p:sldId id="293" r:id="rId7"/>
    <p:sldId id="292" r:id="rId8"/>
    <p:sldId id="294" r:id="rId9"/>
    <p:sldId id="288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489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12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DB9E4EE9-8C67-C625-7CE8-6C2A22574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56" y="4384233"/>
            <a:ext cx="8362405" cy="1841059"/>
          </a:xfrm>
          <a:prstGeom prst="rect">
            <a:avLst/>
          </a:prstGeom>
        </p:spPr>
      </p:pic>
      <p:pic>
        <p:nvPicPr>
          <p:cNvPr id="16" name="Picture 15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12375855-2D84-3052-1CFF-37F9855BBD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9" y="4384234"/>
            <a:ext cx="2203990" cy="18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9D5E0803-4D1B-2F40-1F0C-AC231B9A0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9" y="448866"/>
            <a:ext cx="2271711" cy="8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BC8590A2-0E8F-CCE6-BE24-C9084A387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37C4328D-2A6F-0D57-14CE-EAEDBC734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chemeClr val="accent2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300681" y="2166137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Insert name 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292349" y="2955916"/>
            <a:ext cx="760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Electrons (CARRE)</a:t>
            </a:r>
          </a:p>
          <a:p>
            <a:pPr algn="ctr"/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Affiliation (University)</a:t>
            </a:r>
          </a:p>
          <a:p>
            <a:pPr algn="ctr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377839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6FEB-BFB4-9748-3A8A-AA10ED0A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BD5E-3CFD-CE41-3C38-27BCAAD9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LOGOs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B8F2C-92A3-D8F7-1A47-EE5F55F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2A44D-ACDB-1C74-E4D0-029711708E53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25E80697-44C7-C7B5-5ABD-D07E190FB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91" y="1909632"/>
            <a:ext cx="1471249" cy="1228978"/>
          </a:xfrm>
          <a:prstGeom prst="rect">
            <a:avLst/>
          </a:prstGeom>
        </p:spPr>
      </p:pic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C93FA93C-3C91-D6B4-BA2B-8C95D2695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65" y="1977269"/>
            <a:ext cx="3284351" cy="1161341"/>
          </a:xfrm>
          <a:prstGeom prst="rect">
            <a:avLst/>
          </a:prstGeom>
        </p:spPr>
      </p:pic>
      <p:pic>
        <p:nvPicPr>
          <p:cNvPr id="13" name="Picture 12" descr="A blue and orange text with a scroll and a diploma&#10;&#10;AI-generated content may be incorrect.">
            <a:extLst>
              <a:ext uri="{FF2B5EF4-FFF2-40B4-BE49-F238E27FC236}">
                <a16:creationId xmlns:a16="http://schemas.microsoft.com/office/drawing/2014/main" id="{C5F7B08D-3755-7B57-342E-C8C29D578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79" y="2002261"/>
            <a:ext cx="1518138" cy="1043720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44B0556B-EED4-54AE-1B51-EE9C21E36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30" y="3918256"/>
            <a:ext cx="8159262" cy="17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7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LOGOs 2 – Individual University 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F35D71-1722-F99A-7E36-95899F81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25" y="1885094"/>
            <a:ext cx="2858923" cy="1376518"/>
          </a:xfrm>
          <a:prstGeom prst="rect">
            <a:avLst/>
          </a:prstGeom>
        </p:spPr>
      </p:pic>
      <p:pic>
        <p:nvPicPr>
          <p:cNvPr id="16" name="Picture 1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52E3659-FD14-8E64-5C16-AC70233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4" y="3361479"/>
            <a:ext cx="2549769" cy="1434245"/>
          </a:xfrm>
          <a:prstGeom prst="rect">
            <a:avLst/>
          </a:prstGeom>
        </p:spPr>
      </p:pic>
      <p:pic>
        <p:nvPicPr>
          <p:cNvPr id="18" name="Picture 17" descr="Orang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62F58E4-7B02-4FEE-CCB0-7F9B9B606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44" y="2166012"/>
            <a:ext cx="2549769" cy="814682"/>
          </a:xfrm>
          <a:prstGeom prst="rect">
            <a:avLst/>
          </a:prstGeom>
        </p:spPr>
      </p:pic>
      <p:pic>
        <p:nvPicPr>
          <p:cNvPr id="20" name="Picture 19" descr="A red sign with white text&#10;&#10;AI-generated content may be incorrect.">
            <a:extLst>
              <a:ext uri="{FF2B5EF4-FFF2-40B4-BE49-F238E27FC236}">
                <a16:creationId xmlns:a16="http://schemas.microsoft.com/office/drawing/2014/main" id="{D5F6096A-F1B2-FA4A-2706-EC440E51F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223" y="3553504"/>
            <a:ext cx="2643554" cy="1050193"/>
          </a:xfrm>
          <a:prstGeom prst="rect">
            <a:avLst/>
          </a:prstGeom>
        </p:spPr>
      </p:pic>
      <p:pic>
        <p:nvPicPr>
          <p:cNvPr id="22" name="Picture 2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A468DAD-7584-E9BD-A680-EB8AF155D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67" y="3493250"/>
            <a:ext cx="2081244" cy="1170699"/>
          </a:xfrm>
          <a:prstGeom prst="rect">
            <a:avLst/>
          </a:prstGeom>
        </p:spPr>
      </p:pic>
      <p:pic>
        <p:nvPicPr>
          <p:cNvPr id="24" name="Picture 23" descr="A blue and yellow letter on a black background&#10;&#10;AI-generated content may be incorrect.">
            <a:extLst>
              <a:ext uri="{FF2B5EF4-FFF2-40B4-BE49-F238E27FC236}">
                <a16:creationId xmlns:a16="http://schemas.microsoft.com/office/drawing/2014/main" id="{7AA4EEDA-8D16-3163-C184-C7FA361AE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773" y="2366879"/>
            <a:ext cx="2555631" cy="479456"/>
          </a:xfrm>
          <a:prstGeom prst="rect">
            <a:avLst/>
          </a:prstGeom>
        </p:spPr>
      </p:pic>
      <p:pic>
        <p:nvPicPr>
          <p:cNvPr id="26" name="Picture 25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1DF851E4-06CA-F8E7-C72C-68CE07B45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38" y="2232521"/>
            <a:ext cx="2431562" cy="7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QR Codes - CARRE Website</a:t>
            </a:r>
          </a:p>
        </p:txBody>
      </p:sp>
      <p:pic>
        <p:nvPicPr>
          <p:cNvPr id="7" name="Content Placeholder 6" descr="A qr code with circles&#10;&#10;AI-generated content may be incorrect.">
            <a:extLst>
              <a:ext uri="{FF2B5EF4-FFF2-40B4-BE49-F238E27FC236}">
                <a16:creationId xmlns:a16="http://schemas.microsoft.com/office/drawing/2014/main" id="{2A6D2AB6-6B7F-862E-89E0-CB2B25476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1180916"/>
            <a:ext cx="2213708" cy="221370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4315D-FA77-1834-3774-A83AA79842F1}"/>
              </a:ext>
            </a:extLst>
          </p:cNvPr>
          <p:cNvSpPr txBox="1"/>
          <p:nvPr/>
        </p:nvSpPr>
        <p:spPr>
          <a:xfrm>
            <a:off x="1247460" y="32080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qr code with circles&#10;&#10;AI-generated content may be incorrect.">
            <a:extLst>
              <a:ext uri="{FF2B5EF4-FFF2-40B4-BE49-F238E27FC236}">
                <a16:creationId xmlns:a16="http://schemas.microsoft.com/office/drawing/2014/main" id="{C8D9D3A0-C9C3-B6C2-BA34-D5A2B82D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78" y="3732443"/>
            <a:ext cx="2213708" cy="2213708"/>
          </a:xfrm>
          <a:prstGeom prst="rect">
            <a:avLst/>
          </a:prstGeom>
        </p:spPr>
      </p:pic>
      <p:pic>
        <p:nvPicPr>
          <p:cNvPr id="11" name="Picture 10" descr="A qr code with circles&#10;&#10;AI-generated content may be incorrect.">
            <a:extLst>
              <a:ext uri="{FF2B5EF4-FFF2-40B4-BE49-F238E27FC236}">
                <a16:creationId xmlns:a16="http://schemas.microsoft.com/office/drawing/2014/main" id="{CC2765C7-3627-064B-FE17-C03A2A6C0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5" y="3732443"/>
            <a:ext cx="2213708" cy="2213708"/>
          </a:xfrm>
          <a:prstGeom prst="rect">
            <a:avLst/>
          </a:prstGeom>
        </p:spPr>
      </p:pic>
      <p:pic>
        <p:nvPicPr>
          <p:cNvPr id="13" name="Picture 12" descr="A qr code with circles&#10;&#10;AI-generated content may be incorrect.">
            <a:extLst>
              <a:ext uri="{FF2B5EF4-FFF2-40B4-BE49-F238E27FC236}">
                <a16:creationId xmlns:a16="http://schemas.microsoft.com/office/drawing/2014/main" id="{870F73DD-07DC-FDE3-12CA-34926EC83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207" y="1091235"/>
            <a:ext cx="2213708" cy="2213708"/>
          </a:xfrm>
          <a:prstGeom prst="rect">
            <a:avLst/>
          </a:prstGeom>
        </p:spPr>
      </p:pic>
      <p:pic>
        <p:nvPicPr>
          <p:cNvPr id="15" name="Picture 14" descr="A qr code with circles&#10;&#10;AI-generated content may be incorrect.">
            <a:extLst>
              <a:ext uri="{FF2B5EF4-FFF2-40B4-BE49-F238E27FC236}">
                <a16:creationId xmlns:a16="http://schemas.microsoft.com/office/drawing/2014/main" id="{EBB05972-D6DF-AA8A-1F4C-1B581D884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46" y="1180916"/>
            <a:ext cx="2213708" cy="221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7CBB-FB60-441D-2270-56208804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580-3B41-6550-DF4B-A83A699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QR Codes – MCDC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DE36-D344-A3DA-0062-1E377851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7764-17AA-176B-2EDB-7B13753A0567}"/>
              </a:ext>
            </a:extLst>
          </p:cNvPr>
          <p:cNvSpPr txBox="1"/>
          <p:nvPr/>
        </p:nvSpPr>
        <p:spPr>
          <a:xfrm>
            <a:off x="1315521" y="2784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AF4D9A1-5BDF-2E61-BAE8-095E1E74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07" y="1133678"/>
            <a:ext cx="2209114" cy="2209114"/>
          </a:xfrm>
          <a:prstGeom prst="rect">
            <a:avLst/>
          </a:prstGeom>
        </p:spPr>
      </p:pic>
      <p:pic>
        <p:nvPicPr>
          <p:cNvPr id="14" name="Picture 13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31A327CE-9260-40A5-4DA5-0CD1057C0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92" y="3694595"/>
            <a:ext cx="2209114" cy="2209114"/>
          </a:xfrm>
          <a:prstGeom prst="rect">
            <a:avLst/>
          </a:prstGeom>
        </p:spPr>
      </p:pic>
      <p:pic>
        <p:nvPicPr>
          <p:cNvPr id="17" name="Picture 16" descr="A qr code with green squares&#10;&#10;AI-generated content may be incorrect.">
            <a:extLst>
              <a:ext uri="{FF2B5EF4-FFF2-40B4-BE49-F238E27FC236}">
                <a16:creationId xmlns:a16="http://schemas.microsoft.com/office/drawing/2014/main" id="{249B9804-5685-522F-7D2D-CC63910DC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118" y="3694595"/>
            <a:ext cx="2209114" cy="2209114"/>
          </a:xfrm>
          <a:prstGeom prst="rect">
            <a:avLst/>
          </a:prstGeom>
        </p:spPr>
      </p:pic>
      <p:pic>
        <p:nvPicPr>
          <p:cNvPr id="19" name="Picture 18" descr="A qr code with orange circles and circles&#10;&#10;AI-generated content may be incorrect.">
            <a:extLst>
              <a:ext uri="{FF2B5EF4-FFF2-40B4-BE49-F238E27FC236}">
                <a16:creationId xmlns:a16="http://schemas.microsoft.com/office/drawing/2014/main" id="{774A8DEA-B1DC-B0A7-5A80-B380F88AE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01" y="1133678"/>
            <a:ext cx="2209114" cy="2209114"/>
          </a:xfrm>
          <a:prstGeom prst="rect">
            <a:avLst/>
          </a:prstGeom>
        </p:spPr>
      </p:pic>
      <p:pic>
        <p:nvPicPr>
          <p:cNvPr id="21" name="Picture 20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9D9E2A27-2715-EFAC-B392-EA0A51F47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504" y="1133678"/>
            <a:ext cx="2209114" cy="220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FCEF-984C-6AF4-E05F-7E37AF9E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455-149C-135C-FFB6-7EF002B5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D759-0762-1317-E5D6-B31567E6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991482"/>
            <a:ext cx="11426372" cy="109474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This work was supported by the Center for Advancing the Radiation Resilience of Electronics (CARRE),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a PSAAP-IV project funded by the Department of Energy, grant number: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DE-NA0004268.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09CD-A7D8-5273-ED2A-584867D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Thank you!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NDUCS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B2D4A"/>
      </a:accent1>
      <a:accent2>
        <a:srgbClr val="1B2D4A"/>
      </a:accent2>
      <a:accent3>
        <a:srgbClr val="1B2D4A"/>
      </a:accent3>
      <a:accent4>
        <a:srgbClr val="1B2D4A"/>
      </a:accent4>
      <a:accent5>
        <a:srgbClr val="1B2D4A"/>
      </a:accent5>
      <a:accent6>
        <a:srgbClr val="1B2D4A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orange" id="{B3AAC09F-E087-A547-B7AB-BD3E45E4E1AE}" vid="{8CF8A55C-FB67-2C4C-B472-5805566F55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4828</TotalTime>
  <Words>576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LOGOs 1</vt:lpstr>
      <vt:lpstr>LOGOs 2 – Individual University Logos</vt:lpstr>
      <vt:lpstr>QR Codes - CARRE Website</vt:lpstr>
      <vt:lpstr>QR Codes – MCDC</vt:lpstr>
      <vt:lpstr>Acknowledgements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Reynolds</dc:creator>
  <cp:lastModifiedBy>Derman, Melek</cp:lastModifiedBy>
  <cp:revision>47</cp:revision>
  <dcterms:created xsi:type="dcterms:W3CDTF">2021-09-09T14:45:18Z</dcterms:created>
  <dcterms:modified xsi:type="dcterms:W3CDTF">2025-11-23T07:18:05Z</dcterms:modified>
</cp:coreProperties>
</file>