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rgbClr val="F1491C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Electrons (CARRE)</a:t>
            </a:r>
          </a:p>
          <a:p>
            <a:pPr algn="ctr"/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>
              <a:solidFill>
                <a:srgbClr val="F1491C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>
              <a:solidFill>
                <a:srgbClr val="F1491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1491C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1491C"/>
                </a:solidFill>
              </a:rPr>
              <a:t>Thank you!</a:t>
            </a:r>
            <a:br>
              <a:rPr lang="en-US" dirty="0">
                <a:solidFill>
                  <a:srgbClr val="F1491C"/>
                </a:solidFill>
              </a:rPr>
            </a:br>
            <a:r>
              <a:rPr lang="en-US" dirty="0">
                <a:solidFill>
                  <a:srgbClr val="F1491C"/>
                </a:solidFill>
              </a:rPr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CEMeNT_O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0491C"/>
      </a:accent1>
      <a:accent2>
        <a:srgbClr val="FAEFEA"/>
      </a:accent2>
      <a:accent3>
        <a:srgbClr val="757070"/>
      </a:accent3>
      <a:accent4>
        <a:srgbClr val="F0491C"/>
      </a:accent4>
      <a:accent5>
        <a:srgbClr val="F0491C"/>
      </a:accent5>
      <a:accent6>
        <a:srgbClr val="F0491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orange" id="{B3AAC09F-E087-A547-B7AB-BD3E45E4E1AE}" vid="{8CF8A55C-FB67-2C4C-B472-5805566F5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cement_orange_theme</Template>
  <TotalTime>0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Derman, Melek</dc:creator>
  <cp:lastModifiedBy>Derman, Melek</cp:lastModifiedBy>
  <cp:revision>1</cp:revision>
  <dcterms:created xsi:type="dcterms:W3CDTF">2025-11-23T07:16:39Z</dcterms:created>
  <dcterms:modified xsi:type="dcterms:W3CDTF">2025-11-23T07:17:00Z</dcterms:modified>
</cp:coreProperties>
</file>