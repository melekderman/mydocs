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7" autoAdjust="0"/>
    <p:restoredTop sz="94660"/>
  </p:normalViewPr>
  <p:slideViewPr>
    <p:cSldViewPr snapToGrid="0">
      <p:cViewPr>
        <p:scale>
          <a:sx n="164" d="100"/>
          <a:sy n="164" d="100"/>
        </p:scale>
        <p:origin x="936" y="1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VU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1A159"/>
      </a:accent1>
      <a:accent2>
        <a:srgbClr val="E8D39E"/>
      </a:accent2>
      <a:accent3>
        <a:srgbClr val="242424"/>
      </a:accent3>
      <a:accent4>
        <a:srgbClr val="C6A761"/>
      </a:accent4>
      <a:accent5>
        <a:srgbClr val="C1A159"/>
      </a:accent5>
      <a:accent6>
        <a:srgbClr val="C7A86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blue" id="{CB2E2FF5-AB34-E045-98F9-3FA607E567FF}" vid="{185DBE1A-342E-5149-9E9A-BEF33CAD40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4846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50</cp:revision>
  <dcterms:created xsi:type="dcterms:W3CDTF">2021-09-09T14:45:18Z</dcterms:created>
  <dcterms:modified xsi:type="dcterms:W3CDTF">2025-11-23T06:52:04Z</dcterms:modified>
</cp:coreProperties>
</file>