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82" autoAdjust="0"/>
    <p:restoredTop sz="94660"/>
  </p:normalViewPr>
  <p:slideViewPr>
    <p:cSldViewPr snapToGrid="0">
      <p:cViewPr varScale="1">
        <p:scale>
          <a:sx n="213" d="100"/>
          <a:sy n="213" d="100"/>
        </p:scale>
        <p:origin x="20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NC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B0100"/>
      </a:accent1>
      <a:accent2>
        <a:srgbClr val="CB0100"/>
      </a:accent2>
      <a:accent3>
        <a:srgbClr val="CB0100"/>
      </a:accent3>
      <a:accent4>
        <a:srgbClr val="CB0100"/>
      </a:accent4>
      <a:accent5>
        <a:srgbClr val="CB0100"/>
      </a:accent5>
      <a:accent6>
        <a:srgbClr val="CB01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red1" id="{678BCD15-B390-A84A-A845-6663F35D05EA}" vid="{18D1C99F-BE89-4246-BF61-38F91ADCF3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4859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56</cp:revision>
  <dcterms:created xsi:type="dcterms:W3CDTF">2021-09-09T14:45:18Z</dcterms:created>
  <dcterms:modified xsi:type="dcterms:W3CDTF">2025-11-23T07:05:34Z</dcterms:modified>
</cp:coreProperties>
</file>