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82" autoAdjust="0"/>
    <p:restoredTop sz="94660"/>
  </p:normalViewPr>
  <p:slideViewPr>
    <p:cSldViewPr snapToGrid="0">
      <p:cViewPr varScale="1">
        <p:scale>
          <a:sx n="213" d="100"/>
          <a:sy n="213" d="100"/>
        </p:scale>
        <p:origin x="20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1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Electrons 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A0001"/>
      </a:accent1>
      <a:accent2>
        <a:srgbClr val="AA0000"/>
      </a:accent2>
      <a:accent3>
        <a:srgbClr val="AA0000"/>
      </a:accent3>
      <a:accent4>
        <a:srgbClr val="AA0000"/>
      </a:accent4>
      <a:accent5>
        <a:srgbClr val="AA0000"/>
      </a:accent5>
      <a:accent6>
        <a:srgbClr val="AA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Presentation-blue" id="{FB744C99-CC6E-024B-90C6-8CF9DFD3214B}" vid="{5EAFC12B-E1FB-1E46-BF62-9A0A8F7DB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4857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55</cp:revision>
  <dcterms:created xsi:type="dcterms:W3CDTF">2021-09-09T14:45:18Z</dcterms:created>
  <dcterms:modified xsi:type="dcterms:W3CDTF">2025-11-23T07:03:17Z</dcterms:modified>
</cp:coreProperties>
</file>