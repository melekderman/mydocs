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C992"/>
    <a:srgbClr val="172B48"/>
    <a:srgbClr val="B09243"/>
    <a:srgbClr val="C69214"/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E4A298-5429-CBAA-2CD9-86E49BF83604}"/>
              </a:ext>
            </a:extLst>
          </p:cNvPr>
          <p:cNvGrpSpPr/>
          <p:nvPr/>
        </p:nvGrpSpPr>
        <p:grpSpPr>
          <a:xfrm>
            <a:off x="1082219" y="13603103"/>
            <a:ext cx="12202672" cy="2227477"/>
            <a:chOff x="1490526" y="8207582"/>
            <a:chExt cx="8765863" cy="21886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67B112-1CD6-7939-25ED-7DE088A5DFF2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31A7A2-53D5-DDEA-E1C0-295772BFA2D0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ECBC15-A744-3695-D020-8E2FFC8C6EC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Notre Dame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DEC992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DEC992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940379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4730580"/>
            <a:ext cx="12207239" cy="1059565"/>
            <a:chOff x="962109" y="14308314"/>
            <a:chExt cx="10019873" cy="1065563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8464BDC-0A6B-914C-22D0-DBACF00850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8508" y="14507225"/>
              <a:ext cx="9963474" cy="866652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square" lIns="274320" tIns="182880" rIns="274320" bIns="182880" rtlCol="0">
              <a:spAutoFit/>
            </a:bodyPr>
            <a:lstStyle/>
            <a:p>
              <a:pPr algn="just">
                <a:buClr>
                  <a:schemeClr val="accent1"/>
                </a:buClr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10" name="Picture 9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58A649A-FD8B-E33F-4085-F237BD2E3A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64" b="27613"/>
          <a:stretch>
            <a:fillRect/>
          </a:stretch>
        </p:blipFill>
        <p:spPr>
          <a:xfrm>
            <a:off x="33608700" y="2389558"/>
            <a:ext cx="8745586" cy="245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UCSD" id="{C409081A-5561-4540-9717-01C35D5FFD29}" vid="{5CBA9D4C-4C72-B74A-87B0-C527E7D28A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1815</TotalTime>
  <Words>131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43</cp:revision>
  <dcterms:created xsi:type="dcterms:W3CDTF">2021-08-13T20:41:14Z</dcterms:created>
  <dcterms:modified xsi:type="dcterms:W3CDTF">2026-04-09T20:15:06Z</dcterms:modified>
  <cp:category/>
</cp:coreProperties>
</file>