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5A6833-B0A2-4DAF-B5A0-A9F6E0EC5A80}" v="15" dt="2021-08-17T15:27:57.1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66" autoAdjust="0"/>
    <p:restoredTop sz="94660"/>
  </p:normalViewPr>
  <p:slideViewPr>
    <p:cSldViewPr snapToGrid="0">
      <p:cViewPr varScale="1">
        <p:scale>
          <a:sx n="25" d="100"/>
          <a:sy n="25" d="100"/>
        </p:scale>
        <p:origin x="2488" y="24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11/23/25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11/23/25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jp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7.png"/><Relationship Id="rId34" Type="http://schemas.openxmlformats.org/officeDocument/2006/relationships/image" Target="../media/image76.png"/><Relationship Id="rId42" Type="http://schemas.openxmlformats.org/officeDocument/2006/relationships/image" Target="../media/image25.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30.png"/><Relationship Id="rId7" Type="http://schemas.openxmlformats.org/officeDocument/2006/relationships/image" Target="../media/image11.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19.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1.png"/><Relationship Id="rId37" Type="http://schemas.openxmlformats.org/officeDocument/2006/relationships/image" Target="../media/image79.png"/><Relationship Id="rId40" Type="http://schemas.openxmlformats.org/officeDocument/2006/relationships/image" Target="../media/image23.png"/><Relationship Id="rId45" Type="http://schemas.openxmlformats.org/officeDocument/2006/relationships/image" Target="../media/image83.png"/><Relationship Id="rId53" Type="http://schemas.openxmlformats.org/officeDocument/2006/relationships/image" Target="../media/image29.png"/><Relationship Id="rId58" Type="http://schemas.openxmlformats.org/officeDocument/2006/relationships/image" Target="../media/image92.png"/><Relationship Id="rId5" Type="http://schemas.openxmlformats.org/officeDocument/2006/relationships/image" Target="../media/image2.svg"/><Relationship Id="rId61" Type="http://schemas.openxmlformats.org/officeDocument/2006/relationships/image" Target="../media/image95.png"/><Relationship Id="rId19" Type="http://schemas.openxmlformats.org/officeDocument/2006/relationships/image" Target="../media/image15.png"/><Relationship Id="rId14" Type="http://schemas.openxmlformats.org/officeDocument/2006/relationships/image" Target="../media/image64.png"/><Relationship Id="rId22" Type="http://schemas.openxmlformats.org/officeDocument/2006/relationships/image" Target="../media/image18.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6.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2.png"/><Relationship Id="rId51" Type="http://schemas.openxmlformats.org/officeDocument/2006/relationships/image" Target="../media/image27.png"/><Relationship Id="rId3" Type="http://schemas.openxmlformats.org/officeDocument/2006/relationships/image" Target="../media/image10.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2.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6.png"/><Relationship Id="rId41" Type="http://schemas.openxmlformats.org/officeDocument/2006/relationships/image" Target="../media/image24.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4.png"/><Relationship Id="rId31" Type="http://schemas.openxmlformats.org/officeDocument/2006/relationships/image" Target="../media/image20.png"/><Relationship Id="rId44" Type="http://schemas.openxmlformats.org/officeDocument/2006/relationships/image" Target="../media/image82.png"/><Relationship Id="rId52" Type="http://schemas.openxmlformats.org/officeDocument/2006/relationships/image" Target="../media/image28.png"/><Relationship Id="rId60" Type="http://schemas.openxmlformats.org/officeDocument/2006/relationships/image" Target="../media/image94.png"/><Relationship Id="rId4" Type="http://schemas.openxmlformats.org/officeDocument/2006/relationships/image" Target="../media/image1.png"/><Relationship Id="rId9" Type="http://schemas.openxmlformats.org/officeDocument/2006/relationships/image" Target="../media/image13.png"/></Relationships>
</file>

<file path=ppt/slides/_rels/slide3.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image" Target="../media/image15.png"/><Relationship Id="rId18" Type="http://schemas.openxmlformats.org/officeDocument/2006/relationships/image" Target="../media/image96.png"/><Relationship Id="rId3" Type="http://schemas.openxmlformats.org/officeDocument/2006/relationships/image" Target="../media/image21.png"/><Relationship Id="rId21" Type="http://schemas.openxmlformats.org/officeDocument/2006/relationships/image" Target="../media/image99.png"/><Relationship Id="rId7" Type="http://schemas.openxmlformats.org/officeDocument/2006/relationships/image" Target="../media/image24.png"/><Relationship Id="rId12" Type="http://schemas.openxmlformats.org/officeDocument/2006/relationships/image" Target="../media/image18.png"/><Relationship Id="rId17" Type="http://schemas.openxmlformats.org/officeDocument/2006/relationships/image" Target="../media/image28.png"/><Relationship Id="rId2" Type="http://schemas.openxmlformats.org/officeDocument/2006/relationships/image" Target="../media/image20.png"/><Relationship Id="rId16" Type="http://schemas.openxmlformats.org/officeDocument/2006/relationships/image" Target="../media/image27.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3.png"/><Relationship Id="rId11" Type="http://schemas.openxmlformats.org/officeDocument/2006/relationships/image" Target="../media/image17.png"/><Relationship Id="rId5" Type="http://schemas.openxmlformats.org/officeDocument/2006/relationships/image" Target="../media/image19.png"/><Relationship Id="rId15" Type="http://schemas.openxmlformats.org/officeDocument/2006/relationships/image" Target="../media/image30.png"/><Relationship Id="rId10" Type="http://schemas.openxmlformats.org/officeDocument/2006/relationships/image" Target="../media/image16.png"/><Relationship Id="rId19" Type="http://schemas.openxmlformats.org/officeDocument/2006/relationships/image" Target="../media/image97.png"/><Relationship Id="rId4" Type="http://schemas.openxmlformats.org/officeDocument/2006/relationships/image" Target="../media/image22.png"/><Relationship Id="rId9" Type="http://schemas.openxmlformats.org/officeDocument/2006/relationships/image" Target="../media/image26.png"/><Relationship Id="rId14" Type="http://schemas.openxmlformats.org/officeDocument/2006/relationships/image" Target="../media/image29.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3.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6.png"/><Relationship Id="rId34" Type="http://schemas.openxmlformats.org/officeDocument/2006/relationships/image" Target="../media/image120.png"/><Relationship Id="rId42" Type="http://schemas.openxmlformats.org/officeDocument/2006/relationships/image" Target="../media/image13.png"/><Relationship Id="rId47" Type="http://schemas.openxmlformats.org/officeDocument/2006/relationships/image" Target="../media/image129.png"/><Relationship Id="rId50" Type="http://schemas.openxmlformats.org/officeDocument/2006/relationships/image" Target="../media/image28.png"/><Relationship Id="rId55" Type="http://schemas.openxmlformats.org/officeDocument/2006/relationships/image" Target="../media/image133.png"/><Relationship Id="rId7" Type="http://schemas.openxmlformats.org/officeDocument/2006/relationships/image" Target="../media/image19.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2.png"/><Relationship Id="rId24" Type="http://schemas.openxmlformats.org/officeDocument/2006/relationships/image" Target="../media/image114.png"/><Relationship Id="rId32" Type="http://schemas.openxmlformats.org/officeDocument/2006/relationships/image" Target="../media/image17.png"/><Relationship Id="rId37" Type="http://schemas.openxmlformats.org/officeDocument/2006/relationships/image" Target="../media/image123.png"/><Relationship Id="rId40" Type="http://schemas.openxmlformats.org/officeDocument/2006/relationships/image" Target="../media/image11.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1.png"/><Relationship Id="rId19" Type="http://schemas.openxmlformats.org/officeDocument/2006/relationships/image" Target="../media/image24.png"/><Relationship Id="rId31" Type="http://schemas.openxmlformats.org/officeDocument/2006/relationships/image" Target="../media/image16.png"/><Relationship Id="rId44" Type="http://schemas.openxmlformats.org/officeDocument/2006/relationships/image" Target="../media/image126.png"/><Relationship Id="rId52" Type="http://schemas.openxmlformats.org/officeDocument/2006/relationships/image" Target="../media/image30.png"/><Relationship Id="rId4" Type="http://schemas.openxmlformats.org/officeDocument/2006/relationships/image" Target="../media/image102.png"/><Relationship Id="rId9" Type="http://schemas.openxmlformats.org/officeDocument/2006/relationships/image" Target="../media/image20.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5.png"/><Relationship Id="rId35" Type="http://schemas.openxmlformats.org/officeDocument/2006/relationships/image" Target="../media/image121.png"/><Relationship Id="rId43" Type="http://schemas.openxmlformats.org/officeDocument/2006/relationships/image" Target="../media/image14.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29.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8.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5.png"/><Relationship Id="rId41" Type="http://schemas.openxmlformats.org/officeDocument/2006/relationships/image" Target="../media/image12.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7.png"/></Relationships>
</file>

<file path=ppt/slides/_rels/slide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F1491C"/>
                  </a:solidFill>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solidFill>
                    <a:srgbClr val="F1491C"/>
                  </a:solidFill>
                  <a:latin typeface="Arial" panose="020B0604020202020204" pitchFamily="34" charset="0"/>
                  <a:cs typeface="Arial" panose="020B0604020202020204" pitchFamily="34" charset="0"/>
                </a:rPr>
                <a:t>References</a:t>
              </a:r>
              <a:endParaRPr lang="en-US" sz="5400" b="1" dirty="0">
                <a:solidFill>
                  <a:srgbClr val="F1491C"/>
                </a:solidFill>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solidFill>
                    <a:srgbClr val="F1491C"/>
                  </a:solidFill>
                  <a:latin typeface="Arial" panose="020B0604020202020204" pitchFamily="34" charset="0"/>
                  <a:cs typeface="Arial" panose="020B0604020202020204" pitchFamily="34" charset="0"/>
                </a:rPr>
                <a:t>Acknowledgements</a:t>
              </a:r>
              <a:endParaRPr lang="en-US" sz="5400" b="1" dirty="0">
                <a:solidFill>
                  <a:srgbClr val="F1491C"/>
                </a:solidFill>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sp>
        <p:nvSpPr>
          <p:cNvPr id="47" name="Title 1">
            <a:extLst>
              <a:ext uri="{FF2B5EF4-FFF2-40B4-BE49-F238E27FC236}">
                <a16:creationId xmlns:a16="http://schemas.microsoft.com/office/drawing/2014/main" id="{1E49CEEB-6B76-424D-9958-0E0D524A382F}"/>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Advancing the Radiation Resilience of Electronics (CARRE),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Oregon </a:t>
            </a:r>
            <a:r>
              <a:rPr lang="en-US" sz="4320" b="1">
                <a:solidFill>
                  <a:schemeClr val="accent3"/>
                </a:solidFill>
                <a:latin typeface="Arial" panose="020B0604020202020204" pitchFamily="34" charset="0"/>
                <a:cs typeface="Arial" panose="020B0604020202020204" pitchFamily="34" charset="0"/>
              </a:rPr>
              <a:t>State University</a:t>
            </a:r>
            <a:endParaRPr lang="en-US" sz="4320" b="1" dirty="0">
              <a:solidFill>
                <a:schemeClr val="accent3"/>
              </a:solidFill>
              <a:latin typeface="Arial" panose="020B0604020202020204" pitchFamily="34" charset="0"/>
              <a:cs typeface="Arial" panose="020B0604020202020204" pitchFamily="34" charset="0"/>
            </a:endParaRPr>
          </a:p>
          <a:p>
            <a:endParaRPr lang="en-US" sz="5280" dirty="0">
              <a:solidFill>
                <a:schemeClr val="accent3"/>
              </a:solidFill>
              <a:latin typeface="Arial" panose="020B0604020202020204" pitchFamily="34" charset="0"/>
              <a:cs typeface="Arial" panose="020B0604020202020204" pitchFamily="34" charset="0"/>
            </a:endParaRPr>
          </a:p>
        </p:txBody>
      </p:sp>
      <p:pic>
        <p:nvPicPr>
          <p:cNvPr id="57" name="Graphic 56">
            <a:extLst>
              <a:ext uri="{FF2B5EF4-FFF2-40B4-BE49-F238E27FC236}">
                <a16:creationId xmlns:a16="http://schemas.microsoft.com/office/drawing/2014/main" id="{D9D25AD3-DB34-489D-B43F-6C032CA92A3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331194" y="2276516"/>
            <a:ext cx="8375796" cy="2681968"/>
          </a:xfrm>
          <a:prstGeom prst="rect">
            <a:avLst/>
          </a:prstGeom>
        </p:spPr>
      </p:pic>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chemeClr val="tx1"/>
                  </a:solidFill>
                  <a:latin typeface="Arial" panose="020B0604020202020204" pitchFamily="34" charset="0"/>
                  <a:cs typeface="Arial" panose="020B0604020202020204" pitchFamily="34" charset="0"/>
                </a:rPr>
                <a:t>This work aims to …</a:t>
              </a:r>
              <a:endParaRPr lang="en-US" sz="3600" b="1" dirty="0">
                <a:solidFill>
                  <a:schemeClr val="tx1"/>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rgbClr val="F1491C"/>
                  </a:solidFill>
                  <a:latin typeface="Arial" panose="020B0604020202020204" pitchFamily="34" charset="0"/>
                  <a:cs typeface="Arial" panose="020B0604020202020204" pitchFamily="34" charset="0"/>
                </a:rPr>
                <a:t>Results</a:t>
              </a:r>
              <a:endParaRPr lang="en-US" sz="60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104224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chemeClr val="tx1"/>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426872"/>
            </a:xfrm>
            <a:prstGeom prst="rect">
              <a:avLst/>
            </a:prstGeom>
            <a:noFill/>
            <a:ln>
              <a:noFill/>
            </a:ln>
          </p:spPr>
          <p:txBody>
            <a:bodyPr wrap="square" rtlCol="0">
              <a:spAutoFit/>
            </a:bodyPr>
            <a:lstStyle/>
            <a:p>
              <a:pPr algn="ctr"/>
              <a:r>
                <a:rPr lang="en-US" sz="60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3537012"/>
            <a:ext cx="12207239" cy="2253137"/>
            <a:chOff x="962109" y="13107986"/>
            <a:chExt cx="10019873" cy="2265891"/>
          </a:xfrm>
        </p:grpSpPr>
        <p:grpSp>
          <p:nvGrpSpPr>
            <p:cNvPr id="100" name="Group 99">
              <a:extLst>
                <a:ext uri="{FF2B5EF4-FFF2-40B4-BE49-F238E27FC236}">
                  <a16:creationId xmlns:a16="http://schemas.microsoft.com/office/drawing/2014/main" id="{CF72EC58-DDF5-1707-78C4-F7B5684C65AD}"/>
                </a:ext>
              </a:extLst>
            </p:cNvPr>
            <p:cNvGrpSpPr/>
            <p:nvPr/>
          </p:nvGrpSpPr>
          <p:grpSpPr>
            <a:xfrm>
              <a:off x="1018508" y="13107986"/>
              <a:ext cx="9963474" cy="2265891"/>
              <a:chOff x="1539929" y="7624348"/>
              <a:chExt cx="8727630" cy="2226353"/>
            </a:xfrm>
            <a:noFill/>
          </p:grpSpPr>
          <p:sp>
            <p:nvSpPr>
              <p:cNvPr id="101" name="TextBox 100">
                <a:extLst>
                  <a:ext uri="{FF2B5EF4-FFF2-40B4-BE49-F238E27FC236}">
                    <a16:creationId xmlns:a16="http://schemas.microsoft.com/office/drawing/2014/main" id="{D52163D4-E1FF-D05C-FADB-C33631A2B1B4}"/>
                  </a:ext>
                </a:extLst>
              </p:cNvPr>
              <p:cNvSpPr txBox="1"/>
              <p:nvPr/>
            </p:nvSpPr>
            <p:spPr>
              <a:xfrm>
                <a:off x="2936905" y="7624348"/>
                <a:ext cx="5792789" cy="1270106"/>
              </a:xfrm>
              <a:prstGeom prst="rect">
                <a:avLst/>
              </a:prstGeom>
              <a:grpFill/>
              <a:ln w="63500">
                <a:noFill/>
              </a:ln>
            </p:spPr>
            <p:txBody>
              <a:bodyPr wrap="square" lIns="274320" tIns="182880" rIns="274320" bIns="182880" rtlCol="0">
                <a:spAutoFit/>
              </a:bodyPr>
              <a:lstStyle/>
              <a:p>
                <a:pPr algn="ctr"/>
                <a:r>
                  <a:rPr lang="en-US" sz="6000" b="1" dirty="0">
                    <a:solidFill>
                      <a:srgbClr val="F1491C"/>
                    </a:solidFill>
                    <a:latin typeface="Arial" panose="020B0604020202020204" pitchFamily="34" charset="0"/>
                    <a:cs typeface="Arial" panose="020B0604020202020204" pitchFamily="34" charset="0"/>
                  </a:rPr>
                  <a:t>Introduction</a:t>
                </a:r>
                <a:endParaRPr lang="en-US" sz="54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539929" y="8999171"/>
                <a:ext cx="8727630" cy="851530"/>
              </a:xfrm>
              <a:prstGeom prst="rect">
                <a:avLst/>
              </a:prstGeom>
              <a:grp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gr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pic>
        <p:nvPicPr>
          <p:cNvPr id="8" name="Picture 7" descr="A logo of a science company&#10;&#10;AI-generated content may be incorrect.">
            <a:extLst>
              <a:ext uri="{FF2B5EF4-FFF2-40B4-BE49-F238E27FC236}">
                <a16:creationId xmlns:a16="http://schemas.microsoft.com/office/drawing/2014/main" id="{99F83970-C8C5-E88C-AA90-260CDA90E3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536914" y="1352613"/>
            <a:ext cx="5422742" cy="4529775"/>
          </a:xfrm>
          <a:prstGeom prst="rect">
            <a:avLst/>
          </a:prstGeom>
        </p:spPr>
      </p:pic>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5"/>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6"/>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7"/>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8"/>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9"/>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10"/>
          <a:stretch>
            <a:fillRect/>
          </a:stretch>
        </p:blipFill>
        <p:spPr>
          <a:xfrm>
            <a:off x="14839314" y="21848557"/>
            <a:ext cx="6009324" cy="6009324"/>
          </a:xfrm>
          <a:prstGeom prst="rect">
            <a:avLst/>
          </a:prstGeom>
        </p:spPr>
      </p:pic>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OSU" id="{F9DA13CC-CD0A-41E8-ADA0-AC9829AEFD4E}" vid="{25C02D74-65B8-4B19-9277-27B206E478B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ThemeOSU</Template>
  <TotalTime>1799</TotalTime>
  <Words>1443</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34</cp:revision>
  <dcterms:created xsi:type="dcterms:W3CDTF">2021-08-13T20:41:14Z</dcterms:created>
  <dcterms:modified xsi:type="dcterms:W3CDTF">2025-11-23T08:51:11Z</dcterms:modified>
  <cp:category/>
</cp:coreProperties>
</file>