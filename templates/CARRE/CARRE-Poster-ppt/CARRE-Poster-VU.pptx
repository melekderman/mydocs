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8351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Vanderbilt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solidFill>
              <a:srgbClr val="D5BC7E"/>
            </a:solidFill>
            <a:ln w="152400">
              <a:solidFill>
                <a:srgbClr val="D5BC7E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solidFill>
              <a:srgbClr val="D5BC7E"/>
            </a:solidFill>
            <a:ln w="152400">
              <a:solidFill>
                <a:srgbClr val="D5BC7E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1042244"/>
            </a:xfrm>
            <a:prstGeom prst="rect">
              <a:avLst/>
            </a:prstGeom>
            <a:solidFill>
              <a:srgbClr val="D5BC7E"/>
            </a:solidFill>
            <a:ln w="152400">
              <a:solidFill>
                <a:srgbClr val="D5BC7E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rgbClr val="D5BC7E"/>
            </a:solidFill>
            <a:ln w="152400">
              <a:solidFill>
                <a:srgbClr val="D5BC7E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247" name="Picture 246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4F81E53E-6D79-7D26-E122-604C28CB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9434" y="2218292"/>
            <a:ext cx="9094852" cy="279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SU" id="{533E48CE-81FD-9D4D-A557-A88B680B728F}" vid="{37B2FC9A-C76A-634E-B194-854F362448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1805</TotalTime>
  <Words>129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37</cp:revision>
  <dcterms:created xsi:type="dcterms:W3CDTF">2021-08-13T20:41:14Z</dcterms:created>
  <dcterms:modified xsi:type="dcterms:W3CDTF">2026-04-09T20:16:30Z</dcterms:modified>
  <cp:category/>
</cp:coreProperties>
</file>