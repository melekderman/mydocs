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8FB29FF6-EDED-F087-99EA-0336679FC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5052" y="1552684"/>
            <a:ext cx="8942772" cy="4305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CC01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CC01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 Carolina State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CC0100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CC0100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1042244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grpFill/>
            <a:ln w="152400">
              <a:solidFill>
                <a:srgbClr val="CC01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CC01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rgbClr val="CC01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VU" id="{00762C95-BA11-8246-B513-4005BC5F5768}" vid="{63A5E380-3193-674C-8780-3F57EA127F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</TotalTime>
  <Words>131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39</cp:revision>
  <dcterms:created xsi:type="dcterms:W3CDTF">2021-08-13T20:41:14Z</dcterms:created>
  <dcterms:modified xsi:type="dcterms:W3CDTF">2026-04-09T20:14:55Z</dcterms:modified>
  <cp:category/>
</cp:coreProperties>
</file>