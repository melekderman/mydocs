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91" r:id="rId6"/>
    <p:sldId id="293" r:id="rId7"/>
    <p:sldId id="292" r:id="rId8"/>
    <p:sldId id="294" r:id="rId9"/>
    <p:sldId id="28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0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chemeClr val="accent1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Electronics (CARRE)</a:t>
            </a:r>
          </a:p>
          <a:p>
            <a:pPr algn="ctr"/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A0001"/>
      </a:accent1>
      <a:accent2>
        <a:srgbClr val="AA0000"/>
      </a:accent2>
      <a:accent3>
        <a:srgbClr val="AA0000"/>
      </a:accent3>
      <a:accent4>
        <a:srgbClr val="AA0000"/>
      </a:accent4>
      <a:accent5>
        <a:srgbClr val="AA0000"/>
      </a:accent5>
      <a:accent6>
        <a:srgbClr val="AA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Presentation-blue" id="{FB744C99-CC6E-024B-90C6-8CF9DFD3214B}" vid="{5EAFC12B-E1FB-1E46-BF62-9A0A8F7DB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4857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 1</vt:lpstr>
      <vt:lpstr>LOGOs 2 – Individual University Logos</vt:lpstr>
      <vt:lpstr>QR Codes - CARRE Website</vt:lpstr>
      <vt:lpstr>QR Codes – MCDC</vt:lpstr>
      <vt:lpstr>Acknowledgements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Reynolds</dc:creator>
  <cp:lastModifiedBy>Derman, Melek</cp:lastModifiedBy>
  <cp:revision>56</cp:revision>
  <dcterms:created xsi:type="dcterms:W3CDTF">2021-09-09T14:45:18Z</dcterms:created>
  <dcterms:modified xsi:type="dcterms:W3CDTF">2026-10-08T00:14:20Z</dcterms:modified>
</cp:coreProperties>
</file>