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8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82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2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of Electronics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you!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NDUCS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B2D4A"/>
      </a:accent1>
      <a:accent2>
        <a:srgbClr val="1B2D4A"/>
      </a:accent2>
      <a:accent3>
        <a:srgbClr val="1B2D4A"/>
      </a:accent3>
      <a:accent4>
        <a:srgbClr val="1B2D4A"/>
      </a:accent4>
      <a:accent5>
        <a:srgbClr val="1B2D4A"/>
      </a:accent5>
      <a:accent6>
        <a:srgbClr val="1B2D4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4828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48</cp:revision>
  <dcterms:created xsi:type="dcterms:W3CDTF">2021-09-09T14:45:18Z</dcterms:created>
  <dcterms:modified xsi:type="dcterms:W3CDTF">2026-10-08T00:13:46Z</dcterms:modified>
</cp:coreProperties>
</file>