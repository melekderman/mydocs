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of Electronics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(CARRE)</a:t>
            </a:r>
          </a:p>
          <a:p>
            <a:pPr algn="ctr"/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UC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16E"/>
      </a:accent1>
      <a:accent2>
        <a:srgbClr val="00316E"/>
      </a:accent2>
      <a:accent3>
        <a:srgbClr val="00316E"/>
      </a:accent3>
      <a:accent4>
        <a:srgbClr val="00316E"/>
      </a:accent4>
      <a:accent5>
        <a:srgbClr val="00316E"/>
      </a:accent5>
      <a:accent6>
        <a:srgbClr val="00316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Presentation-blue" id="{A0BC6717-118C-A94E-B777-17188A2040BE}" vid="{C12F2D54-CEBC-874F-9FD0-1FB0F56DF2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4853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54</cp:revision>
  <dcterms:created xsi:type="dcterms:W3CDTF">2021-09-09T14:45:18Z</dcterms:created>
  <dcterms:modified xsi:type="dcterms:W3CDTF">2026-10-08T00:13:38Z</dcterms:modified>
</cp:coreProperties>
</file>